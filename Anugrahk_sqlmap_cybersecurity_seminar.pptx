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seminar, your identity, and the central idea: SQLmap is not magic. Explain that</a:t>
            </a:r>
          </a:p>
          <a:p>
            <a:r>
              <a:t>        the talk follows a real pentesting workflow from identifying inputs to testing and only then enumeration.</a:t>
            </a:r>
          </a:p>
          <a:p>
            <a:r>
              <a:t>        Mention that the seminar is educational and professional in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audience through the agenda like a map. Emphasize that the flow intentionally starts</a:t>
            </a:r>
          </a:p>
          <a:p>
            <a:r>
              <a:t>        with finding input points, because that is where beginner confusion often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conceptual. Do not overcomplicate syntax. The audience only needs the core</a:t>
            </a:r>
          </a:p>
          <a:p>
            <a:r>
              <a:t>        mental model: unsafe input reaches a SQL query and changes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type briefly. Emphasize that SQLmap handles all these internally. The</a:t>
            </a:r>
          </a:p>
          <a:p>
            <a:r>
              <a:t>        audience does not need to memorize payload syntax, but should understand the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SQLmap as automation built on testing logic, not as a miracle exploit button. This</a:t>
            </a:r>
          </a:p>
          <a:p>
            <a:r>
              <a:t>        prepares the audience for the practical command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most important slides. State directly that SQLmap does not dump random</a:t>
            </a:r>
          </a:p>
          <a:p>
            <a:r>
              <a:t>        sites. A tester must first identify a candidate parameter or request field worth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testers inspect requests, forms, and application behavior. Mention proxies such</a:t>
            </a:r>
          </a:p>
          <a:p>
            <a:r>
              <a:t>        as Burp Suite conceptually without turning the talk into a Burp tutorial. The goal is to show where SQLmap gets</a:t>
            </a:r>
          </a:p>
          <a:p>
            <a:r>
              <a:t>        its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SQLmap is effectively performing controlled experiments. It changes one thing,</a:t>
            </a:r>
          </a:p>
          <a:p>
            <a:r>
              <a:t>        observes the application, and decides whether the parameter is injectable.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this slide to the CompTIA mindset: authorization, scope, rules of engagement,</a:t>
            </a:r>
          </a:p>
          <a:p>
            <a:r>
              <a:t>        confidentiality, and reporting. Make the legal boundary very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command slowly. Explain each part: sqlmap, -u, full URL, and the parameter. Clarify</a:t>
            </a:r>
          </a:p>
          <a:p>
            <a:r>
              <a:t>        that this is the first real command because it validates whether further steps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confusion around cat=1. Tell them the parameter name is simply a field label, and the</a:t>
            </a:r>
          </a:p>
          <a:p>
            <a:r>
              <a:t>        numeric value is the current input. SQLmap mutates this value to test how the application reacts.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sequencing. Beginners often jump directly to --dbs because that command looks</a:t>
            </a:r>
          </a:p>
          <a:p>
            <a:r>
              <a:t>        exciting, but in a real workflow it is a post-confirmation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SQLmap now narrows focus. Once a database is known, tables help the tester</a:t>
            </a:r>
          </a:p>
          <a:p>
            <a:r>
              <a:t>        understand structure and likely business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columns as metadata about the table. This is where a tester understands what kind of</a:t>
            </a:r>
          </a:p>
          <a:p>
            <a:r>
              <a:t>        data exists before thinking about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very professional here. Avoid sensational language. State that dumping data is used to</a:t>
            </a:r>
          </a:p>
          <a:p>
            <a:r>
              <a:t>        prove impact for remediation, not for spectacle.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as practical enhancements after the basic flow is understood. Mention that</a:t>
            </a:r>
          </a:p>
          <a:p>
            <a:r>
              <a:t>        deeper testing should still respect scope and production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big-picture slide. Reconnect every earlier section into one clean mental</a:t>
            </a:r>
          </a:p>
          <a:p>
            <a:r>
              <a:t>        pipeline, ending with reporting and remediation rather than exploitation for its own sake.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realism. Tools have constraints, and properly built applications resist this</a:t>
            </a:r>
          </a:p>
          <a:p>
            <a:r>
              <a:t>        workflow. This helps students avoid exaggerated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end the exploitation discussion and pivot strongly toward secure</a:t>
            </a:r>
          </a:p>
          <a:p>
            <a:r>
              <a:t>        development and defense. Mention that prevention is more valuable than post-incident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confidently. Recap the key learning outcome: from normal website inputs to testable</a:t>
            </a:r>
          </a:p>
          <a:p>
            <a:r>
              <a:t>        parameters to verified SQLmap usage, always under ethics and scope.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